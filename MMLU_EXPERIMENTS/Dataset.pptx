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8994-441B-2C8D-243F-2ED403564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8464A-4224-42D7-E509-FFA7FCE96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D443B-935A-B4BF-8CB8-8FD7553AA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5C1CB-7352-C4AE-815E-1085AD33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30CB0-0375-46F8-DFA9-E05334C4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04435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41DF-5D0F-380D-4DA9-094B2822B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43DBC-F98A-5743-4EFB-7277C49E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02520-61A9-50A6-F1C6-5B16A1AE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F36CA-8E74-0685-C757-307CD848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0875-E180-BF5D-6618-25880E7B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94019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F46E7-0B49-87AC-4523-A4414CF0B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B1915-2129-59BB-1C72-647423AF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796-E0BD-90B6-5BB8-B5E82ABF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5EB73-CAF2-ABB4-F663-C6F1AA16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4CA60-1C53-9D9D-9495-8E2419135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8168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6E16F-6D32-277C-83AD-12287B7FB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3F0C4-C6C2-A9F5-4109-1E72C7383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17415-1012-3654-9DAF-75C745C39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A24FB-1F7A-1395-E97C-654F0245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64E68-A60D-DF82-5BF1-FCD5E00E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9D997E-A12B-8220-4DFB-2A4DC0BF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7251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74970-EC3E-2803-79AB-EC21D06A5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9D8D2-3E92-9DD8-9092-D95DBA66E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E9F65-5415-3C30-4BE1-641F65B7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ED9097-1CAD-3B96-8309-84F7D89922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98B34-180D-25CF-75E0-F10A75ADB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66DBD-2B8C-543A-DFBF-53F7886A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EE1FE-213A-DF7B-F51C-5ED723AB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A9F96-0AFD-CE1D-088A-F47F219FD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419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28D1-EDDC-5F71-72E7-B61CFE77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45ED19-F6EB-B3F9-74F0-4A2B12F9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00E22-CF58-077B-AE74-F55C81B49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1794E-5855-0744-3F60-F2F12A152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52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1164DC-2660-E917-A9C9-AF58584C0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B12E3-85B0-8150-DF4C-723EA052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BC0C2-32B7-C1AB-0296-FD984BE2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96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B30B-2E22-FEDA-D0D2-5A3575AAC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F35C2-BA94-7872-5736-5F2A0FAD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E4832-B9FD-9070-7353-76E02FFDD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93238-C6BE-15CD-C9EC-5232BDD0B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9990B1-B1A8-0C48-0AD5-6492570B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3C57C-3122-BF99-79F6-EEDC5564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44126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FCC80-222C-0927-E998-D125E78F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AC33B-F82A-B400-B2F1-661C20EE9E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B4456-E0B4-2FCC-1AC1-5A12F2008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6471D-97BB-DA42-7386-6441B7AFA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45715-BCEF-4ABC-1009-305C2061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959BF-79D6-3CE4-9ABC-B69E0CAB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16372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C026-57F7-AE86-257F-582ABBEC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4BC31-42F3-73F7-AB09-CCAEF4632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D3D5-F1C7-E156-66A9-A84C41B1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1D52A-9619-FFF5-AE0E-61AF422D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EB414-490B-788A-85FB-F7624A83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898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04DD1-3954-BA84-7ED9-DA009B551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31750-AFD8-C864-69ED-5FCC2ED14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2F89F-9663-0629-683A-3DFCD384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5B838-E22B-38B5-D359-EC2AA70A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89FC5-E408-0D53-AC9B-FB9C0800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0604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129351-98B1-6E60-DBEE-2F354DB0C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F39F6-CA24-4756-B76B-AA86715D0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2498B-6EBF-CCE2-79F9-2BF83E659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3E177-A4D5-47C5-B4D4-EBE3B5C1083B}" type="datetimeFigureOut">
              <a:rPr lang="en-DK" smtClean="0"/>
              <a:t>04/11/2025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5D074-2E26-DA01-CFE1-DD92E5865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FEBD-4811-32BD-D846-31A04D123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2BD00-27A1-4992-A300-AEC16D5E61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6947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09A75-AF7F-0E88-3878-50F6E8659D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4ABB3-1A6E-5F6A-170E-4174634DD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70298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8EA6AB-E65D-8C79-B929-FFC42DA7B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623887"/>
            <a:ext cx="11210925" cy="5610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F3B7D3-4549-AEC6-A784-95146A6E5738}"/>
              </a:ext>
            </a:extLst>
          </p:cNvPr>
          <p:cNvSpPr txBox="1"/>
          <p:nvPr/>
        </p:nvSpPr>
        <p:spPr>
          <a:xfrm>
            <a:off x="389106" y="6429983"/>
            <a:ext cx="301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Fan et al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00785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F535C-1970-9401-DF93-D8415D15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Data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need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AC430-6390-1AC0-A4BB-850583369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18" y="568453"/>
            <a:ext cx="5584882" cy="57941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96782F-83BC-ABCB-78A9-082E5B871E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7740" cy="4351338"/>
          </a:xfrm>
        </p:spPr>
        <p:txBody>
          <a:bodyPr/>
          <a:lstStyle/>
          <a:p>
            <a:r>
              <a:rPr lang="da-DK" dirty="0"/>
              <a:t>Global facts: </a:t>
            </a:r>
            <a:r>
              <a:rPr lang="da-DK" dirty="0" err="1"/>
              <a:t>weak</a:t>
            </a:r>
            <a:r>
              <a:rPr lang="da-DK" dirty="0"/>
              <a:t> (</a:t>
            </a:r>
            <a:r>
              <a:rPr lang="da-DK" dirty="0" err="1"/>
              <a:t>possibly</a:t>
            </a:r>
            <a:r>
              <a:rPr lang="da-DK" dirty="0"/>
              <a:t> </a:t>
            </a:r>
            <a:r>
              <a:rPr lang="da-DK" dirty="0" err="1"/>
              <a:t>combine</a:t>
            </a:r>
            <a:r>
              <a:rPr lang="da-DK" dirty="0"/>
              <a:t>?)</a:t>
            </a:r>
          </a:p>
          <a:p>
            <a:r>
              <a:rPr lang="da-DK" dirty="0"/>
              <a:t>Medical </a:t>
            </a:r>
            <a:r>
              <a:rPr lang="da-DK" dirty="0" err="1"/>
              <a:t>genetics</a:t>
            </a:r>
            <a:r>
              <a:rPr lang="da-DK" dirty="0"/>
              <a:t> (</a:t>
            </a:r>
            <a:r>
              <a:rPr lang="da-DK" dirty="0" err="1"/>
              <a:t>very</a:t>
            </a:r>
            <a:r>
              <a:rPr lang="da-DK" dirty="0"/>
              <a:t> </a:t>
            </a:r>
            <a:r>
              <a:rPr lang="da-DK" dirty="0" err="1"/>
              <a:t>weak</a:t>
            </a:r>
            <a:r>
              <a:rPr lang="da-DK" dirty="0"/>
              <a:t>, </a:t>
            </a:r>
            <a:r>
              <a:rPr lang="da-DK" dirty="0" err="1"/>
              <a:t>genetics</a:t>
            </a:r>
            <a:r>
              <a:rPr lang="da-DK" dirty="0"/>
              <a:t> and </a:t>
            </a:r>
            <a:r>
              <a:rPr lang="da-DK" dirty="0" err="1"/>
              <a:t>medicine</a:t>
            </a:r>
            <a:r>
              <a:rPr lang="da-DK" dirty="0"/>
              <a:t>?)</a:t>
            </a:r>
          </a:p>
          <a:p>
            <a:r>
              <a:rPr lang="da-DK" dirty="0"/>
              <a:t>College </a:t>
            </a:r>
            <a:r>
              <a:rPr lang="da-DK" dirty="0" err="1"/>
              <a:t>biology</a:t>
            </a:r>
            <a:r>
              <a:rPr lang="da-DK" dirty="0"/>
              <a:t> – </a:t>
            </a:r>
            <a:r>
              <a:rPr lang="da-DK" dirty="0" err="1"/>
              <a:t>strong</a:t>
            </a:r>
            <a:endParaRPr lang="da-DK" dirty="0"/>
          </a:p>
          <a:p>
            <a:r>
              <a:rPr lang="da-DK" dirty="0" err="1"/>
              <a:t>Abstarct</a:t>
            </a:r>
            <a:r>
              <a:rPr lang="da-DK" dirty="0"/>
              <a:t> algebra – non </a:t>
            </a:r>
            <a:r>
              <a:rPr lang="da-DK" dirty="0" err="1"/>
              <a:t>exsisting</a:t>
            </a:r>
            <a:r>
              <a:rPr lang="da-DK" dirty="0"/>
              <a:t> (</a:t>
            </a:r>
            <a:r>
              <a:rPr lang="da-DK" dirty="0" err="1"/>
              <a:t>external</a:t>
            </a:r>
            <a:r>
              <a:rPr lang="da-DK" dirty="0"/>
              <a:t>?)</a:t>
            </a:r>
          </a:p>
          <a:p>
            <a:r>
              <a:rPr lang="da-DK" dirty="0"/>
              <a:t>Management – Decent</a:t>
            </a:r>
          </a:p>
          <a:p>
            <a:r>
              <a:rPr lang="da-DK" dirty="0"/>
              <a:t>College </a:t>
            </a:r>
            <a:r>
              <a:rPr lang="da-DK" dirty="0" err="1"/>
              <a:t>chemistry</a:t>
            </a:r>
            <a:r>
              <a:rPr lang="da-DK" dirty="0"/>
              <a:t>- </a:t>
            </a:r>
            <a:r>
              <a:rPr lang="da-DK" dirty="0" err="1"/>
              <a:t>weak</a:t>
            </a:r>
            <a:r>
              <a:rPr lang="da-DK" dirty="0"/>
              <a:t> (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chem</a:t>
            </a:r>
            <a:r>
              <a:rPr lang="da-DK" dirty="0"/>
              <a:t>?)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5463E-5B32-1ED7-DAEE-2E458B2C3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4539" y="1578008"/>
            <a:ext cx="3362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58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4FE0-45CD-C923-1D4E-E385B04E8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Aux distribution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00A808-69AD-0078-1C71-F7D2EC0ED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93" y="1815897"/>
            <a:ext cx="6908844" cy="28241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3FF73F-A04E-B8FA-FA7D-14BCD393292F}"/>
              </a:ext>
            </a:extLst>
          </p:cNvPr>
          <p:cNvSpPr txBox="1"/>
          <p:nvPr/>
        </p:nvSpPr>
        <p:spPr>
          <a:xfrm>
            <a:off x="128891" y="6101363"/>
            <a:ext cx="7740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https://huggingface.co/datasets/kz919/mmlu-auxiliary-train-auto-labelled/blob/main/per_category_distribution.png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48E15A-8D37-BC47-68D2-6A04AA57A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488" y="1363393"/>
            <a:ext cx="5050038" cy="340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76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0D07-C431-7A9B-2FBA-840A798D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From Aux </a:t>
            </a:r>
            <a:r>
              <a:rPr lang="da-DK" dirty="0" err="1"/>
              <a:t>loader.ipynb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CB55-18F1-34C3-30DA-FD1D68161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59A9F3-A9B4-75FE-3767-C2883D5A3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837" y="2414587"/>
            <a:ext cx="336232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DA8D-0B37-6914-EEDD-9840D1EB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Math dataset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FBFFB-903B-C229-E901-96221D364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https://huggingface.co/datasets/meta-math/MetaMathQA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191837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89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Data we need</vt:lpstr>
      <vt:lpstr>Aux distribution</vt:lpstr>
      <vt:lpstr>From Aux loader.ipynb</vt:lpstr>
      <vt:lpstr>Math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Björn Olov Rikard Pettersson</dc:creator>
  <cp:lastModifiedBy>Björn Olov Rikard Pettersson</cp:lastModifiedBy>
  <cp:revision>3</cp:revision>
  <dcterms:created xsi:type="dcterms:W3CDTF">2025-11-04T07:47:54Z</dcterms:created>
  <dcterms:modified xsi:type="dcterms:W3CDTF">2025-11-04T08:04:26Z</dcterms:modified>
</cp:coreProperties>
</file>