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4EBBE-BFAF-CC46-1597-6A207E90E1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C2864D-F8E6-F7DD-7DAC-D2B6F4E3A1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4F375-954E-45E4-265D-7D1AB94EE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88E55-45EF-4090-A05F-948F990A1B93}" type="datetimeFigureOut">
              <a:rPr lang="en-DK" smtClean="0"/>
              <a:t>04/11/2025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F3742-530C-0827-72B0-EB767C3B1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7C70A-65BD-ED02-95E7-FB1BFE9A6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AE9D4-70E8-4B90-A648-01F5DBF109F7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418101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E8BCF-9A1B-D6CD-DAE0-FC751F42B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1E6E5-DC3F-9DCC-1015-2DDE24D23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C49AD-DF37-3458-7E70-E9F082786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88E55-45EF-4090-A05F-948F990A1B93}" type="datetimeFigureOut">
              <a:rPr lang="en-DK" smtClean="0"/>
              <a:t>04/11/2025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F5A44-CAB2-76C9-7349-571C01DC6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F7751-FEFB-3EDB-6C6B-8B8807541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AE9D4-70E8-4B90-A648-01F5DBF109F7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886753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6E9C6-8C12-C39A-A66B-F0B30F38D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4E4F51-0089-1A3C-18C3-4A8B38D59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306E8-3F5D-D74E-22C2-BE4709FFD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88E55-45EF-4090-A05F-948F990A1B93}" type="datetimeFigureOut">
              <a:rPr lang="en-DK" smtClean="0"/>
              <a:t>04/11/2025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A0FBD-9F0D-401F-3189-ABF4983A4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4BFE5-B888-9897-5390-010EE830B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AE9D4-70E8-4B90-A648-01F5DBF109F7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787752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9EBAD-07DF-1F7F-47F9-FE642A3A4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92086-4F2F-828E-4855-CCBEA708FF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F13E6-F4BE-CB7E-3D39-6C54B23E8F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F7242B-AA90-245B-A204-B618D6CC1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88E55-45EF-4090-A05F-948F990A1B93}" type="datetimeFigureOut">
              <a:rPr lang="en-DK" smtClean="0"/>
              <a:t>04/11/2025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51F56A-97BE-418B-01CF-0506E5581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BD62D3-064F-67B3-E9D5-6B6E8D294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AE9D4-70E8-4B90-A648-01F5DBF109F7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17583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F93B1-2EF7-179A-A9B3-2FEDEA6C6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859BF1-3200-A3F2-CFAB-E4A0D0B70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200963-8CE9-F401-03BA-2CA4C05123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0975CD-50AE-5862-1EBC-11E326334D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FE34CE-D975-54BD-59D9-1011B9CD18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8EB7C6-DC96-7729-1480-79A829047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88E55-45EF-4090-A05F-948F990A1B93}" type="datetimeFigureOut">
              <a:rPr lang="en-DK" smtClean="0"/>
              <a:t>04/11/2025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141DFE-2ECC-30F2-B744-533BCACA4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2216DD-BAA8-5ED6-7C3F-81CF59388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AE9D4-70E8-4B90-A648-01F5DBF109F7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913766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082F9-0DA8-4D87-3E4A-532DF43C2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023572-B379-E29D-FBBD-7EA6DCE33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88E55-45EF-4090-A05F-948F990A1B93}" type="datetimeFigureOut">
              <a:rPr lang="en-DK" smtClean="0"/>
              <a:t>04/11/2025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87FCCD-64AD-6439-6768-C43E94463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F747B2-B9E9-5BBD-1FC2-C5DA71861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AE9D4-70E8-4B90-A648-01F5DBF109F7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55945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299AE1-2DAE-67C8-D401-90CC14FD7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88E55-45EF-4090-A05F-948F990A1B93}" type="datetimeFigureOut">
              <a:rPr lang="en-DK" smtClean="0"/>
              <a:t>04/11/2025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E6C550-9757-38B7-1EBA-B6814056F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7F3012-075F-F662-84BC-81A21F86B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AE9D4-70E8-4B90-A648-01F5DBF109F7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70859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B3E9C-668B-640B-F284-66B002CFD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FEC16-C44C-0575-266E-95E5AED3F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A272C7-3642-8294-7B97-0962F508DB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3EB862-A659-F16A-4FD5-07D2741D2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88E55-45EF-4090-A05F-948F990A1B93}" type="datetimeFigureOut">
              <a:rPr lang="en-DK" smtClean="0"/>
              <a:t>04/11/2025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2FCAC3-A9F3-A6A9-E286-A46572594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EA8000-D9E4-3127-AD7B-2362757B0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AE9D4-70E8-4B90-A648-01F5DBF109F7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60001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037F2-BB18-B6FF-79FE-3E1EBDDF8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7D260D-7E8A-7037-BA6B-FFF3F9AA7B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DE3B2F-3ACD-3B70-ACD6-0B6B659ECC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C4E3EE-95EB-D745-38D3-6E428EDC2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88E55-45EF-4090-A05F-948F990A1B93}" type="datetimeFigureOut">
              <a:rPr lang="en-DK" smtClean="0"/>
              <a:t>04/11/2025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0010C5-A0D9-342E-E5FF-8BC0602E7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591A86-7FC4-EC85-4889-73830766F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AE9D4-70E8-4B90-A648-01F5DBF109F7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47299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406D9-D783-40E2-67A2-8279DE950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D708CF-8463-A237-6AA7-52C5396BCD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E6A362-2A3E-0E30-29B2-6DA12D80E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88E55-45EF-4090-A05F-948F990A1B93}" type="datetimeFigureOut">
              <a:rPr lang="en-DK" smtClean="0"/>
              <a:t>04/11/2025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83D4D-9761-8EA6-B743-210E48DE7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2F528-0CEA-E966-CAEA-BF53F1B6F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AE9D4-70E8-4B90-A648-01F5DBF109F7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232944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8D2FAD-4B2A-0990-F6BB-7999BAF1BF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74DA27-96DA-49C1-6656-CF9F1E438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A4913-4C19-3F16-E936-FE4B70B86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88E55-45EF-4090-A05F-948F990A1B93}" type="datetimeFigureOut">
              <a:rPr lang="en-DK" smtClean="0"/>
              <a:t>04/11/2025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4A01C-25C9-10B6-A3FC-9293B3765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AC2F4-3582-2884-E7A8-36075F3B7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AE9D4-70E8-4B90-A648-01F5DBF109F7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148364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8BCE95-89E8-F4DE-18FA-953764AF7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B07B88-F2EB-5F79-98CD-30CF04700D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54726-CB4F-8D63-CCD5-63F81903FD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688E55-45EF-4090-A05F-948F990A1B93}" type="datetimeFigureOut">
              <a:rPr lang="en-DK" smtClean="0"/>
              <a:t>04/11/2025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37B9F-6311-03B0-8BA2-E1EAC430B7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279CF-883A-AA21-955C-170708C0E1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EAE9D4-70E8-4B90-A648-01F5DBF109F7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365584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CE5B8-22A9-BC68-54C0-3C651AE9FF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6566E3-61A8-A28B-F632-383323740A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130175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92928-3D02-3A0C-7B17-CF1431E5D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Ex4</a:t>
            </a:r>
            <a:endParaRPr lang="en-DK" dirty="0"/>
          </a:p>
        </p:txBody>
      </p:sp>
      <p:pic>
        <p:nvPicPr>
          <p:cNvPr id="5" name="Content Placeholder 4" descr="A chart with red squares and white text&#10;&#10;AI-generated content may be incorrect.">
            <a:extLst>
              <a:ext uri="{FF2B5EF4-FFF2-40B4-BE49-F238E27FC236}">
                <a16:creationId xmlns:a16="http://schemas.microsoft.com/office/drawing/2014/main" id="{7D3EC7BC-F9B7-D426-FB66-A3BD942EE3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8920" y="2227504"/>
            <a:ext cx="5034880" cy="3547579"/>
          </a:xfrm>
        </p:spPr>
      </p:pic>
    </p:spTree>
    <p:extLst>
      <p:ext uri="{BB962C8B-B14F-4D97-AF65-F5344CB8AC3E}">
        <p14:creationId xmlns:p14="http://schemas.microsoft.com/office/powerpoint/2010/main" val="2772434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292A0-B619-F526-8027-8A4D684A2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ex5</a:t>
            </a:r>
            <a:endParaRPr lang="en-DK" dirty="0"/>
          </a:p>
        </p:txBody>
      </p:sp>
      <p:pic>
        <p:nvPicPr>
          <p:cNvPr id="5" name="Content Placeholder 4" descr="A chart of a number of seed&#10;&#10;AI-generated content may be incorrect.">
            <a:extLst>
              <a:ext uri="{FF2B5EF4-FFF2-40B4-BE49-F238E27FC236}">
                <a16:creationId xmlns:a16="http://schemas.microsoft.com/office/drawing/2014/main" id="{A0C57148-60C1-1CB4-B667-A9C374C161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90688"/>
            <a:ext cx="5407104" cy="4351338"/>
          </a:xfrm>
        </p:spPr>
      </p:pic>
    </p:spTree>
    <p:extLst>
      <p:ext uri="{BB962C8B-B14F-4D97-AF65-F5344CB8AC3E}">
        <p14:creationId xmlns:p14="http://schemas.microsoft.com/office/powerpoint/2010/main" val="2914713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</Words>
  <Application>Microsoft Office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Ex4</vt:lpstr>
      <vt:lpstr>ex5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Björn Olov Rikard Pettersson</dc:creator>
  <cp:lastModifiedBy>Björn Olov Rikard Pettersson</cp:lastModifiedBy>
  <cp:revision>1</cp:revision>
  <dcterms:created xsi:type="dcterms:W3CDTF">2025-11-04T02:32:52Z</dcterms:created>
  <dcterms:modified xsi:type="dcterms:W3CDTF">2025-11-04T03:01:00Z</dcterms:modified>
</cp:coreProperties>
</file>